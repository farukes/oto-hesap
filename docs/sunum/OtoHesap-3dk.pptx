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 (%)</c:v>
                </c:pt>
              </c:strCache>
            </c:strRef>
          </c:tx>
          <c:spPr>
            <a:solidFill>
              <a:srgbClr val="1C8C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Girişim sayısı</c:v>
                  </c:pt>
                  <c:pt idx="1">
                    <c:v>İstihdam</c:v>
                  </c:pt>
                  <c:pt idx="2">
                    <c:v>Ciro</c:v>
                  </c:pt>
                  <c:pt idx="3">
                    <c:v>Ticaret sektöründeki KOBİ payı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</c:v>
                </c:pt>
                <c:pt idx="1">
                  <c:v>68.5</c:v>
                </c:pt>
                <c:pt idx="2">
                  <c:v>44.1</c:v>
                </c:pt>
                <c:pt idx="3">
                  <c:v>35.1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3E4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sn) KOBİ sahibi Excel ile rapor kovalar, stok bitince geç fark eder. OtoHesap: gelir-gider panosu, Türkçe soruyla veri, stok bitince insan onaylı sipariş mesajı. Bir günde, dört kişi.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(35 sn) Türkiye'de 3,9 milyon KOBİ var; istihdamın %68,5'i, cironun %44,1'i. Üçte biri ticarette, yani stok ve nakit derdi günlük. Bu işletme Excel'de rapor kovalıyor, stok bitince geç fark ediyor, bir sorunun cevabı için menülerde dolaşıyor.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(25 sn, sonra canlıya geç) Solda bugünkü hâl: karmaşık tablo, hata hücreleri, 'en çok hangi üründen kazandım' sorusu yapışkan notta. Sağda OtoHesap: soruyu Türkçe soruyoruz, model yalnız SQL'i yazıyor, rakam veritabanından geliyor, sorgu görünür. Stok kritiğe düşünce ajan taslağı hazırlıyor, onay bizde, mesaj tedarikçinin telefonuna düşüyor. Şimdi canlı gösterelim.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sn) Kutay arayüz, ben mimari ve asistan, Ömer ajan ve Telegram, Yiğit veri ve sunum. Bir günde uçtan uca çalışan ürün, 185 otomatik test, kod GitHub'da. Sırada Trendyol sipariş akışı, e-belge, çok kiracılı sürüm. Teşekkürler.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Adı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1C8C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OtoHesap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F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Verinizi anlayın. İşinizi yönetin.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KOBİ'ler için yapay zekâ destekli finans + stok: gelir-gider panosu, Türkçe soruyla veri, insan onaylı tedarik ajanı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2E4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Kutay Yıldırım  ·  Muratcan Ateş  ·  Yiğit Yuşa Kartal  ·  Ömer Faruk Eskitürk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Medeniyet Teknopark · TeknoKampüs Arena · 14 Eylül 2026 · Deneme sunumu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274320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KOBİ'ler ekonominin omurgası, ama veriye erişimi zayıf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OtoHesap · TeknoKampüs Arena · 14 Eylül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KOBİ'lerin Türkiye ekonomisindeki payı (TÜİK, 2024)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64592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5257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TÜİK, Küçük ve Orta Büyüklükteki Girişim İstatistikleri, 2024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40880" y="1188720"/>
            <a:ext cx="45262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13258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3,928 milyon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KOBİ — girişimlerin %99,6'sı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69480" y="278892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Excel'de rapor kovalama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269480" y="356616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8096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bitince geç fark etme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269480" y="434340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Sorunun cevabı için menülerde dolaşma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tekrar eden dakika, bu tabanda ciddi operasyon yüküne dönüşüyor.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274320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Sor. Gör. Onayla.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OtoHesap · TeknoKampüs Arena · 14 Eylül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soru → görünür SQL → veritabanından rakam · kritik stokta insan onaylı sipariş mesajı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BUGÜN: Excel</a:t>
            </a:r>
            <a:endParaRPr lang="en-US" sz="1200" dirty="0"/>
          </a:p>
        </p:txBody>
      </p:sp>
      <p:pic>
        <p:nvPicPr>
          <p:cNvPr id="8" name="Image 0" descr="/Users/muratates/code/Oto-Hesap/docs/img/excel-karma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498348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874520"/>
            <a:ext cx="4983480" cy="2788920"/>
          </a:xfrm>
          <a:prstGeom prst="rect">
            <a:avLst/>
          </a:prstGeom>
          <a:ln w="12700">
            <a:solidFill>
              <a:srgbClr val="D3E4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9260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68135" y="15544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OTOHESAP: sor, yanıtı ve sorguyu gör</a:t>
            </a:r>
            <a:endParaRPr lang="en-US" sz="1200" dirty="0"/>
          </a:p>
        </p:txBody>
      </p:sp>
      <p:pic>
        <p:nvPicPr>
          <p:cNvPr id="12" name="Image 1" descr="/Users/muratates/code/Oto-Hesap/docs/img/asistan-kirpi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8135" y="1874520"/>
            <a:ext cx="4983480" cy="2788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68135" y="1874520"/>
            <a:ext cx="4983480" cy="2788920"/>
          </a:xfrm>
          <a:prstGeom prst="rect">
            <a:avLst/>
          </a:prstGeom>
          <a:ln w="12700">
            <a:solidFill>
              <a:srgbClr val="D3E4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84632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89204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Gelir-gider panosu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25780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aylık akış, uyarı kartları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276344" y="484632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13504" y="489204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soru → SQL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413504" y="525780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yalnız sorguyu yazar; veritabanı yalnız okunur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912608" y="4846320"/>
            <a:ext cx="345338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049768" y="489204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onaylı tedarik ajanı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049768" y="525780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stok → taslak → onay → Telegram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6080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Canlı demo: bu slayttan sonra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274320"/>
            <a:ext cx="6065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kişi · 1 gün · uçtan uca çalışan ürün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OtoHesap · TeknoKampüs Arena · 14 Eylül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54431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1C8C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Kutay Yıldırım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9748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arayüzü, demo sunumu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7278" y="1325880"/>
            <a:ext cx="254431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0158" y="1508760"/>
            <a:ext cx="640080" cy="640080"/>
          </a:xfrm>
          <a:prstGeom prst="ellipse">
            <a:avLst/>
          </a:prstGeom>
          <a:solidFill>
            <a:srgbClr val="1C8C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015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04438" y="22860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Muratcan Ateş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04438" y="269748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Mimari, API, Text-to-SQL asistanı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1325880"/>
            <a:ext cx="254431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7356" y="1508760"/>
            <a:ext cx="640080" cy="640080"/>
          </a:xfrm>
          <a:prstGeom prst="ellipse">
            <a:avLst/>
          </a:prstGeom>
          <a:solidFill>
            <a:srgbClr val="1C8C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7735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22860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Ömer Faruk Eskitürk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31636" y="269748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Tedarik ajanı, Telegram, demo akışı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21674" y="1325880"/>
            <a:ext cx="254431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E4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4554" y="1508760"/>
            <a:ext cx="640080" cy="640080"/>
          </a:xfrm>
          <a:prstGeom prst="ellipse">
            <a:avLst/>
          </a:prstGeom>
          <a:solidFill>
            <a:srgbClr val="1C8C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0455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958834" y="22860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Yiğit Yuşa Kartal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958834" y="269748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Veri, analitik, sunum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0F2A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günde uçtan uca  ·  185 otomatik test  ·  GitHub'da açık kaynak  ·  Veri sentetik, demo canlı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Sırada: Trendyol Product V2 sipariş akışı  ·  e-belge entegratörü  ·  çok kiracılı SaaS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492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Karmaşıklık arkada, karar önünde.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OtoHesap — Deneme sunumu 14 Eylül 2026</dc:title>
  <dc:subject>PptxGenJS Presentation</dc:subject>
  <dc:creator>PptxGenJS</dc:creator>
  <cp:lastModifiedBy>PptxGenJS</cp:lastModifiedBy>
  <cp:revision>1</cp:revision>
  <dcterms:created xsi:type="dcterms:W3CDTF">2026-09-14T04:44:57Z</dcterms:created>
  <dcterms:modified xsi:type="dcterms:W3CDTF">2026-09-14T04:44:57Z</dcterms:modified>
</cp:coreProperties>
</file>